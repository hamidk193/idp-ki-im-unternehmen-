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26fa0a5ee34a29" /><Relationship Type="http://schemas.openxmlformats.org/officeDocument/2006/relationships/extended-properties" Target="/docProps/app.xml" Id="Raf7e88fe4076481f" /><Relationship Type="http://schemas.openxmlformats.org/officeDocument/2006/relationships/officeDocument" Target="/ppt/presentation.xml" Id="R955b93279a074c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66f9b92b70462a"/>
  </p:sldMasterIdLst>
  <p:notesMasterIdLst>
    <p:notesMasterId xmlns:r="http://schemas.openxmlformats.org/officeDocument/2006/relationships" r:id="R5e41eeef6c4948f6"/>
  </p:notesMasterIdLst>
  <p:sldIdLst>
    <p:sldId xmlns:r="http://schemas.openxmlformats.org/officeDocument/2006/relationships" id="256" r:id="R2634df09f3424bdb"/>
    <p:sldId xmlns:r="http://schemas.openxmlformats.org/officeDocument/2006/relationships" id="257" r:id="Rf0474db0a11b47bd"/>
    <p:sldId xmlns:r="http://schemas.openxmlformats.org/officeDocument/2006/relationships" id="258" r:id="R4cfc0e772f0b40fc"/>
    <p:sldId xmlns:r="http://schemas.openxmlformats.org/officeDocument/2006/relationships" id="259" r:id="R91687edac99f4a33"/>
    <p:sldId xmlns:r="http://schemas.openxmlformats.org/officeDocument/2006/relationships" id="260" r:id="Rd9fd9ff294d54198"/>
    <p:sldId xmlns:r="http://schemas.openxmlformats.org/officeDocument/2006/relationships" id="261" r:id="R9d0fd1952c6a4e6f"/>
    <p:sldId xmlns:r="http://schemas.openxmlformats.org/officeDocument/2006/relationships" id="262" r:id="Ra1eae20a0905442b"/>
    <p:sldId xmlns:r="http://schemas.openxmlformats.org/officeDocument/2006/relationships" id="263" r:id="R990abe18170b45f8"/>
    <p:sldId xmlns:r="http://schemas.openxmlformats.org/officeDocument/2006/relationships" id="264" r:id="R61f23e24826f4280"/>
    <p:sldId xmlns:r="http://schemas.openxmlformats.org/officeDocument/2006/relationships" id="265" r:id="R1166a25b7c1f4722"/>
    <p:sldId xmlns:r="http://schemas.openxmlformats.org/officeDocument/2006/relationships" id="266" r:id="Rafdd8531ea574615"/>
    <p:sldId xmlns:r="http://schemas.openxmlformats.org/officeDocument/2006/relationships" id="267" r:id="R60a1274b33724c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6f9b92b70462a" /><Relationship Type="http://schemas.openxmlformats.org/officeDocument/2006/relationships/theme" Target="/ppt/theme/theme1.xml" Id="R4dd79f81099a4920" /><Relationship Type="http://schemas.openxmlformats.org/officeDocument/2006/relationships/notesMaster" Target="/ppt/notesMasters/notesMaster1.xml" Id="R5e41eeef6c4948f6" /><Relationship Type="http://schemas.openxmlformats.org/officeDocument/2006/relationships/presProps" Target="/ppt/presProps.xml" Id="R6c470d15788b4863" /><Relationship Type="http://schemas.openxmlformats.org/officeDocument/2006/relationships/viewProps" Target="/ppt/viewProps.xml" Id="Rde54ba37fbcb4e5a" /><Relationship Type="http://schemas.openxmlformats.org/officeDocument/2006/relationships/tableStyles" Target="/ppt/tableStyles.xml" Id="R714773f047f74377" /><Relationship Type="http://schemas.openxmlformats.org/officeDocument/2006/relationships/slide" Target="/ppt/slides/slide1.xml" Id="R2634df09f3424bdb" /><Relationship Type="http://schemas.openxmlformats.org/officeDocument/2006/relationships/slide" Target="/ppt/slides/slide2.xml" Id="Rf0474db0a11b47bd" /><Relationship Type="http://schemas.openxmlformats.org/officeDocument/2006/relationships/slide" Target="/ppt/slides/slide3.xml" Id="R4cfc0e772f0b40fc" /><Relationship Type="http://schemas.openxmlformats.org/officeDocument/2006/relationships/slide" Target="/ppt/slides/slide4.xml" Id="R91687edac99f4a33" /><Relationship Type="http://schemas.openxmlformats.org/officeDocument/2006/relationships/slide" Target="/ppt/slides/slide5.xml" Id="Rd9fd9ff294d54198" /><Relationship Type="http://schemas.openxmlformats.org/officeDocument/2006/relationships/slide" Target="/ppt/slides/slide6.xml" Id="R9d0fd1952c6a4e6f" /><Relationship Type="http://schemas.openxmlformats.org/officeDocument/2006/relationships/slide" Target="/ppt/slides/slide7.xml" Id="Ra1eae20a0905442b" /><Relationship Type="http://schemas.openxmlformats.org/officeDocument/2006/relationships/slide" Target="/ppt/slides/slide8.xml" Id="R990abe18170b45f8" /><Relationship Type="http://schemas.openxmlformats.org/officeDocument/2006/relationships/slide" Target="/ppt/slides/slide9.xml" Id="R61f23e24826f4280" /><Relationship Type="http://schemas.openxmlformats.org/officeDocument/2006/relationships/slide" Target="/ppt/slides/slide10.xml" Id="R1166a25b7c1f4722" /><Relationship Type="http://schemas.openxmlformats.org/officeDocument/2006/relationships/slide" Target="/ppt/slides/slide11.xml" Id="Rafdd8531ea574615" /><Relationship Type="http://schemas.openxmlformats.org/officeDocument/2006/relationships/slide" Target="/ppt/slides/slide12.xml" Id="R60a1274b33724c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49e431cf62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35057a80644db8" /><Relationship Type="http://schemas.openxmlformats.org/officeDocument/2006/relationships/notesMaster" Target="/ppt/notesMasters/notesMaster1.xml" Id="R197523f0549045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4999f2f234dc6" /><Relationship Type="http://schemas.openxmlformats.org/officeDocument/2006/relationships/notesMaster" Target="/ppt/notesMasters/notesMaster1.xml" Id="Rbc139fac4b6049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2a916bb1934bb0" /><Relationship Type="http://schemas.openxmlformats.org/officeDocument/2006/relationships/notesMaster" Target="/ppt/notesMasters/notesMaster1.xml" Id="Rd98cd291a8d443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6e56c157084261" /><Relationship Type="http://schemas.openxmlformats.org/officeDocument/2006/relationships/notesMaster" Target="/ppt/notesMasters/notesMaster1.xml" Id="Rc051fc8ff88e49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d5f96c130d4e18" /><Relationship Type="http://schemas.openxmlformats.org/officeDocument/2006/relationships/notesMaster" Target="/ppt/notesMasters/notesMaster1.xml" Id="Rf4349b4937f14f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cb97f9163f4d97" /><Relationship Type="http://schemas.openxmlformats.org/officeDocument/2006/relationships/notesMaster" Target="/ppt/notesMasters/notesMaster1.xml" Id="Rd7a85eab566d4d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4a7a2ad4b24fab" /><Relationship Type="http://schemas.openxmlformats.org/officeDocument/2006/relationships/notesMaster" Target="/ppt/notesMasters/notesMaster1.xml" Id="R26de166a9ea04a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da61ce05be4694" /><Relationship Type="http://schemas.openxmlformats.org/officeDocument/2006/relationships/notesMaster" Target="/ppt/notesMasters/notesMaster1.xml" Id="R388161d24a7545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7b1dcfae264103" /><Relationship Type="http://schemas.openxmlformats.org/officeDocument/2006/relationships/notesMaster" Target="/ppt/notesMasters/notesMaster1.xml" Id="Rb48e2d7cf62745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a7e01c0e4b4ca0" /><Relationship Type="http://schemas.openxmlformats.org/officeDocument/2006/relationships/notesMaster" Target="/ppt/notesMasters/notesMaster1.xml" Id="R2fab5989abf04e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e051e763f74cec" /><Relationship Type="http://schemas.openxmlformats.org/officeDocument/2006/relationships/notesMaster" Target="/ppt/notesMasters/notesMaster1.xml" Id="Rb8a11728563946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8d4a8964704535" /><Relationship Type="http://schemas.openxmlformats.org/officeDocument/2006/relationships/notesMaster" Target="/ppt/notesMasters/notesMaster1.xml" Id="Rc216998d15d347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5d050644e46e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9aa645bffac4670" /><Relationship Type="http://schemas.openxmlformats.org/officeDocument/2006/relationships/slideLayout" Target="/ppt/slideLayouts/slideLayout2.xml" Id="R477c8fcbbfc146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7c8fcbbfc146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8b5ca34144aa3" /><Relationship Type="http://schemas.openxmlformats.org/officeDocument/2006/relationships/notesSlide" Target="/ppt/notesSlides/notesSlide1.xml" Id="Rd9b131b3427044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4d6379a61c492c" /><Relationship Type="http://schemas.openxmlformats.org/officeDocument/2006/relationships/notesSlide" Target="/ppt/notesSlides/notesSlide2.xml" Id="R2e1fc4726fda4e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0e7cadfd084254" /><Relationship Type="http://schemas.openxmlformats.org/officeDocument/2006/relationships/notesSlide" Target="/ppt/notesSlides/notesSlide3.xml" Id="R53e2a90ac14c4a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3fc4d12b1449d" /><Relationship Type="http://schemas.openxmlformats.org/officeDocument/2006/relationships/notesSlide" Target="/ppt/notesSlides/notesSlide4.xml" Id="R05ad3bb92a014f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536573e01a4008" /><Relationship Type="http://schemas.openxmlformats.org/officeDocument/2006/relationships/notesSlide" Target="/ppt/notesSlides/notesSlide5.xml" Id="R8c2f1eb362004c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453ce6562b45c5" /><Relationship Type="http://schemas.openxmlformats.org/officeDocument/2006/relationships/notesSlide" Target="/ppt/notesSlides/notesSlide6.xml" Id="Rbfabf34218474a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0480336ad043d1" /><Relationship Type="http://schemas.openxmlformats.org/officeDocument/2006/relationships/notesSlide" Target="/ppt/notesSlides/notesSlide7.xml" Id="Rce8c578cd29d4b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e1e9191b344332" /><Relationship Type="http://schemas.openxmlformats.org/officeDocument/2006/relationships/notesSlide" Target="/ppt/notesSlides/notesSlide8.xml" Id="R8e510840588f42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94c9ed30134333" /><Relationship Type="http://schemas.openxmlformats.org/officeDocument/2006/relationships/notesSlide" Target="/ppt/notesSlides/notesSlide9.xml" Id="R3281dd13188042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6fa364558d4fee" /><Relationship Type="http://schemas.openxmlformats.org/officeDocument/2006/relationships/notesSlide" Target="/ppt/notesSlides/notesSlide10.xml" Id="R904e25039ccb42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f0eeaf5287407b" /><Relationship Type="http://schemas.openxmlformats.org/officeDocument/2006/relationships/notesSlide" Target="/ppt/notesSlides/notesSlide11.xml" Id="R742f6443afd340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de6045991544e4" /><Relationship Type="http://schemas.openxmlformats.org/officeDocument/2006/relationships/notesSlide" Target="/ppt/notesSlides/notesSlide12.xml" Id="Rd040434671154f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F958E-8861-466E-981B-F59D17BF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BC067797-2C8D-4D65-9715-F9698012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DDC5A3CC-707D-479F-9D85-18D8AA11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DD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DDD0"/>
                </a:solidFill>
                <a:latin typeface="Aptos"/>
                <a:ea typeface="Aptos"/>
                <a:cs typeface="Aptos"/>
              </a:rPr>
              <a:t>AUSGANGSPUNKT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81CF8-3DA8-4CE8-AB15-195BB66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Kleine Unternehmen brauchen KI, die Arbeit sichtbar entlastet.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9E932-A160-421F-B890-30E91BB7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Das Projekt übersetzt wissenschaftliche Analyse in einen konkreten, präsentierbaren Einstieg für KMU.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38B1F-61D5-4945-9D21-6844C84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90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6B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6B57"/>
                </a:solidFill>
                <a:latin typeface="Aptos Display"/>
                <a:ea typeface="Aptos Display"/>
                <a:cs typeface="Aptos Display"/>
              </a:rPr>
              <a:t>Künstliche Intelligenz für kleine Unternehmen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0621D-FA36-4F2F-8A5F-99A29AC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Potenziale, Herausforderungen und Umsetzung am Beispiel Kara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5E5CC-3EF2-44A5-B672-9AA82F30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20 Min.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E7B2A-DFEB-458E-8EE7-A7F90BD4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Präsentation mit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03ABC-39DB-4BFB-8FCF-4BD423E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5C8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35C81"/>
                </a:solidFill>
                <a:latin typeface="Aptos"/>
                <a:ea typeface="Aptos"/>
                <a:cs typeface="Aptos"/>
              </a:rPr>
              <a:t>20 Seiten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4F472-6FD2-4F80-933E-2730A6D4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33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Word-Dokumentation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25692-7ADD-4A67-8D2A-6EBC9BBF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1 Leitfaden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512E5-69BA-44E0-810E-D3F0CB03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für kleine Unternehmen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AFE3B-FF72-47EE-8B83-C62159FA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00150"/>
            <a:ext cx="371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60CA4-BD9F-49A4-A011-CAB1522F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Kara AI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A4429-1E8E-4BBC-B04D-CEDE5043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Support, Bestellungen, Rechnungen und Auswertungen werden in einem KI-Cockpit gebündelt.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B5440-8214-420B-A576-B34293C0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6A896-762D-4BE4-A593-D6C5009F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051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Mensch prüft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66A4F-3557-4852-944C-D7FA08D3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F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104E6-ED31-4567-85C8-9F8ED4D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051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KI schlägt vor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0C1A3-DA26-4E94-9C1A-157235E1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Hochschule Pforzheim | IDP Sommersemester 2025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2AEE7-0C2B-4B0F-AEC4-4B89B55C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CBCC5-E6CE-4A6D-BB7B-4E8A47F1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76605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0DFF1-9012-4FE0-891D-3F326EFC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4EA27EE5-DACE-45CF-977A-E35A611F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31D1FF7-6CAF-4D7A-8DCD-4D074A05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AUFGABE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54AF5-9357-47FA-99AC-D3A52F19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Der Auftrag verlangt Analyse, Umsetzung und verwertbare Materialien.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E0418-AE8A-4F35-9B35-8D62A917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Nicht nur eine Website: Die Abgabe braucht Dokumentation, Präsentation, LinkedIn-Beitrag und Techday-Material.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39E54-A14D-4689-83CB-14941162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F884F-1FD3-4E51-854B-4E32E8AD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Verständnis schaffen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D9321-5263-43B3-B1AD-9A4233E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145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Praxisbeispiele aus großen Unternehmen analysieren und auf kleinere Betriebe übertragen.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8F000-5410-45C5-B163-3BED2410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6494B-1A03-4A88-A12D-25E2AAB4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Anwendungen identifizieren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47B6E-3AA8-4A3E-A195-A004D020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Chatbots, Automatisierung und datengetriebene Analysen auf KMU-Nutzen prüfen.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9B5EA-1C1C-4B83-B218-96DE1133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E914E-AFA7-41DE-BA15-E252D296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Recht &amp; Ethik klären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DB37E-6A1A-4A6E-8C99-97A832C4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861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Datenschutz, Compliance, Transparenz und menschliche Kontrolle einordnen.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2B80C-E521-4365-BF58-854BC9F3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16D8E-C6A3-4516-96EE-46545768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Anwendungsfall entwickeln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E94F8-5548-4310-826B-183EFA6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Fiktives Unternehmen Kara als nachvollziehbares Umsetzungsszenario.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284EC-65CA-42DF-B2B5-5B96D477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05781-B891-4288-927C-8AC87A57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Materialien erstellen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C2778-EBFF-4FDA-B041-46E2C759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577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How-To-Leitfaden, Word-Dokumentation, PowerPoint, LinkedIn-Post und Techday-One-Pager.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34598-B904-492E-B750-82D55233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9144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D33AC-39C6-4B18-8449-EDA602B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66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Leitfrage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EE33B-6183-459B-BECC-9D2872D1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76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Wie können kleine Unternehmen KI ressourcenschonend einsetzen?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C48AA-5314-4594-9BCF-2F64AC4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5643D-68E1-401D-ACEC-DAC4A47B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20131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D90BC-643C-4DD1-8D57-AF1D9A9E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D28A3EED-E026-4DFB-B7C1-AE8A9473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3EC6F4B2-D843-4548-A31D-52107C7D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ZIELGRUPPE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577C2-8567-4563-A175-DF74A306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Das Projekt fokussiert kleine KMU mit begrenzten Ressourcen.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EA87A-0EC5-4D58-A798-F4FD4C21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Kara steht für Unternehmen mit etwa 20 bis 80 Mitarbeitenden, wenig IT-Personal und vielen wiederkehrenden Aufgaben.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2741A-C5E8-45A0-B6DD-21F3481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781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37259-0F4E-4C93-B10D-0CBD147C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Geschäftsführung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6BE29-C766-4BFE-B0BA-212E4199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114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braucht Übersicht über Risiken, Aufwand und Nutzen.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AD59A-B537-4724-B0F7-5AB661B4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90750"/>
            <a:ext cx="2781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55D8B-F4D7-409C-9F4D-3964AA69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57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5C8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5C81"/>
                </a:solidFill>
                <a:latin typeface="Aptos"/>
                <a:ea typeface="Aptos"/>
                <a:cs typeface="Aptos"/>
              </a:rPr>
              <a:t>Teamleitung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68E42-3284-4EB2-AA96-2FD4EFD0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90850"/>
            <a:ext cx="2114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muss Fälle priorisieren und einheitliche Entscheidungen sichern.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E430C-FF10-4FE4-9735-C3CF4DF8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90750"/>
            <a:ext cx="2781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6DA98-409E-4E1F-BE43-37CC8347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57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Mitarbeitende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5F817-EF2B-4EE3-B85C-EBA2D67D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2114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wollen schnellere Antworten, weniger Kopierarbeit und klare Freigaben.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60F74-4AAE-49F3-A02B-3B637B65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Routineaufgaben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2E27D-4596-4562-9CA3-7F5AB2D7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56B9F-AE45-4CC7-A03B-5315D4CC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8326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18E9F-57D0-42A5-B33D-3FD5C726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74%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C4341-82AF-4A19-A4E0-53470A7D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81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Datenqualität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58D47-DF7B-4B62-B5C9-9EF5F7FA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AB7ED7-A274-492A-9EA9-681B1D97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11887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7E5F1E-524B-4D0B-963B-9748700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720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48%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8D189-57D6-43FA-9C96-4937AC18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KI-Erfahrung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48B2FD-AF3D-4255-8420-E0C02690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007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CC66E-114E-4454-A799-39488097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00700"/>
            <a:ext cx="6934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0F0A96-0F3A-46D9-9322-A04835C4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530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28%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3A4A7-F149-4F16-9F0C-DDF543F9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3B22F8-7A25-4FBA-AD8F-F061A2CA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40967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4461B7-583C-402A-B0A6-901196DA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9A7C0B53-D81D-41FD-B555-7B3B288E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66E55775-A1A1-47A0-AED3-B19D9059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PRAXISBEISPIELE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6A213-B552-4AAD-B1FF-A68A693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Große Unternehmen zeigen das Muster: KI wirkt dort, wo Prozesse klar sind.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ABF4B-154B-4EDE-9531-4DD04075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Die Ableitung für KMU lautet: klein starten, Datenquellen begrenzen und Entscheidungen kontrollierbar halten.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9083C-7A9D-4FB3-9229-4F2A66B3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B4D09-1AFF-4E87-890E-DF975EFF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Kundenservice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A5696-ADA5-4695-A74E-CC159407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86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Antwortvorschläge, Wissenssuche, Priorisierung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071E9-F2D8-4207-BD4A-B3185EA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übertragbar als Support-Assistent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81774-4497-4753-86B8-190E5C9D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A6698-8BAC-4C71-B7A3-A5A38AE0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Finanzen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C5979-DC3E-4C38-B6E2-8844FE28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Belegprüfung, Auffälligkeiten, Freigabe-Workflows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A71C8-C3F1-4837-B7B6-33B329F6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28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übertragbar als Rechnungsprüfung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966DD-4079-4A61-BCB1-E8EE2D26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A6EAD-EC8F-4C3F-887A-4E9D87E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B5917-D5CE-415C-9943-80616A16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71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Prognosen, Bestände, Engpässe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55206-A4B3-4AB2-BEE8-656FCE30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übertragbar als Tagesbriefing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32913-429A-4A29-9C08-EA86DBD8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C98EE-3942-42F9-B427-EB8D4966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Wissensarbeit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0A968-2CFE-4EAB-823E-223B09AC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Recherche, Zusammenfassung, Textentwürfe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19F7E-5C94-42F9-8538-86E1569E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14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übertragbar als interne Prozesshilfe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6C215-78CE-4138-B4B6-BBE8EDEE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Ableitung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A29C0-4DE8-45FA-9618-56C3F4CA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KI ist kein Selbstzweck. Der Nutzen entsteht aus wiederholbaren Aufgaben, sauberem Kontext und menschlicher Freigabe.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BA5AA-7AEC-4280-AF5C-F7930758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F5EF1-AB0F-48F9-8299-6408CD56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28930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D7BD88-4636-4966-98B2-2C7CDE7D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7013BAF0-38E5-4948-A3ED-8BA9CDDF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B14E08B8-2CCB-4475-8826-5F076873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POTENZIALE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29179-8ECC-4D5B-B886-6C2302EB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Für KMU sind vier KI-Anwendungen besonders realistisch.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7CFE4-8C5D-48B4-BD7B-A16D6BD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Sie liefern Nutzen, ohne sofort ein komplexes KI-Backend oder große Datenplattform zu verlangen.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345C9-A1CE-422D-BFA1-4FCBA02B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5F330-18F1-4E52-B7C0-BC2C1D1E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89BB8-5429-470A-9720-AE9EC42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A634A-7FC3-40E1-A407-75D51C60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Antwortvorschläge und Wissenssuche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F6268-2E9C-4E53-A8C8-73A427A8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4790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09A45-FA13-4B09-B501-F8AA8F3A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4790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7F0B1-CA7E-4CFD-B6EE-6A4AE03F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5C8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5C81"/>
                </a:solidFill>
                <a:latin typeface="Aptos"/>
                <a:ea typeface="Aptos"/>
                <a:cs typeface="Aptos"/>
              </a:rPr>
              <a:t>Prozessautomatisierung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8A26E-391F-46E6-84E7-02541EEB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Bestellungen, Rechnungen und Statuswechsel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0244F-2C34-47D8-8642-BF04A015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4AEAC-E050-4EE2-800D-81AC62E6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250F8-8B15-4651-AB01-9DB3C709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Analyse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6B491-997D-4703-8E32-4834478D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Tagesbriefings, KPIs und Risiken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A131D-AEE3-42D1-8205-00969DD3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5285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FB9CD-AC12-4C64-B898-9931E6E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5285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5D11B-25B2-448A-BA69-C224AFBB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81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58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584A"/>
                </a:solidFill>
                <a:latin typeface="Aptos"/>
                <a:ea typeface="Aptos"/>
                <a:cs typeface="Aptos"/>
              </a:rPr>
              <a:t>Wissen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E2547-1B19-434A-90D2-A64DB4B5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interne Prozessfragen und Leitfäden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5C66D-2F6A-4C2E-B7D3-3A252D9E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866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Priorität im MVP: Aufgaben, bei denen KI vorbereitet, aber nicht final entscheidet.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47AC0-DAC4-4742-80D1-473E50B8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DEF1B-A638-4E3C-B005-2A85ADB4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92533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F6485-0DB2-47A2-B5E3-43FF3AB8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502085F4-434A-4E37-B61C-AF1F5FEA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A70CD00-5FD8-4D0E-9532-961DDEBC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HÜRDEN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C4651-62AA-4D19-A855-20F34D3C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Die größte Herausforderung ist nicht das Modell, sondern die Einführung.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F25D0-96C2-43C0-9B0E-A802EDCC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Kleine Unternehmen müssen Aufwand, Datenqualität, Datenschutz und Akzeptanz gleichzeitig beherrschen.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5E141-83BD-4D1F-8435-772DD733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Daten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A4AA4-673A-4148-89BE-64796E5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DD2E1-FCDE-4A1D-9C32-5FF4B0C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840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57E20-E4DF-490C-85DB-AA607922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68%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C5EB2-F22E-4903-A22E-57B3746B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Daten liegen verstreut oder uneinheitlich vor.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CA8DC-E9E3-4A86-9791-60358FA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Kompetenz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09409-7FB4-4547-98A4-9FED36BC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194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2E4AE-C84C-4877-97B8-0389E359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19425"/>
            <a:ext cx="13373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0F9A1-A655-4F1C-8880-DB72F302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71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54%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0737C-C9D0-47D0-BD46-64778C49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Mitarbeitende brauchen klare Regeln und einfache Bedienung.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82B22-1EE8-4B8A-A300-53F864B3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Kosten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37E3E-C092-4F11-92D9-D438C015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052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B350F-A513-4369-9C34-0755012F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05225"/>
            <a:ext cx="113919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50035-3926-4129-8737-DB8CA210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7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46%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8317B-A649-45C1-A3BB-4CEABB9A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Budgets sind enger als bei Konzernen.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F8176-C3CB-41C1-BE87-0BD15B3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Recht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BE665-D72F-4C10-9E08-A489F76C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910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393F5-26F8-48BF-9D33-F83329A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91025"/>
            <a:ext cx="15354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C7D7F-F9F3-42C0-868A-B117477E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62%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5553E-7E4F-4B83-A178-0968BB96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DSGVO, Transparenz und Kontrolle müssen mitgedacht werden.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46AAF-84DC-4A0E-AD72-B8A0EB55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8A704-8031-4C61-833B-CDE1AC02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Projektentscheidung: Im MVP wird KI simuliert. So bleibt die Demo stabil, verständlich und ohne echte Kundendaten präsentierbar.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F64D5D-6FFC-4E7C-B99F-134EDFDA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4D96D-F90E-4BE9-8F04-8BD5070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35463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8405F5-2EC4-4603-B551-62F20D8E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1416CDA2-4546-4E5E-9788-D606A7B3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D92AF407-F933-4297-BE49-D78D7C06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RECHT &amp; ETHIK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9B758-0929-4162-BE2E-B3B919B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Der sichere Einstieg begrenzt Daten, Rollen und Entscheidungsmacht.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AC549-8889-47C4-AC93-3DAE3C89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DSGVO und EU AI Act sprechen für Datensparsamkeit, Transparenz, Dokumentation und menschliche Kontrolle.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38319-A946-4C64-A5F4-4C2322C3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571FF-E44D-458E-B4C7-A3664E5A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E660B-58FC-4761-BC95-16906C6A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Datensparsamkeit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E0227-2968-4E28-B733-30CECD4F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28875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nur notwendige Demo- und Prozessdaten verwenden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DDD94-07A5-4EB7-AC08-82EA22CE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D0C83-ADB7-46E3-8C9A-3DB6F8B5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4773E-F56B-46B8-A704-5B09F8FE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Transparenz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4DAD2-6189-4A23-A875-D7E4D45A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KI-Vorschläge als Vorschläge kennzeichnen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7E7B8-7ECE-4D50-AAFA-85465E48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F6F43-5EB0-4177-B22E-E0353207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CDB73-B39A-43D4-BC43-184E5B34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Human-in-the-loop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946D0-5A6B-48EC-90B2-86623E56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Freigabe oder Ablehnung bleibt beim Menschen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753A0-D9EB-494A-B6CB-316FBABF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F2790-8428-4F2D-9B7C-0F14AA35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35794-4746-4213-9D75-AC3B5DFF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Dokumentation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7A560-290A-4F24-B838-A4AC52A7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57725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Anwendungsfall, Grenzen und Risiken nachvollziehbar machen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980DB-9ED9-4D56-AF7A-B9316D52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Quellen: Europäische Kommission zum AI Act und DSGVO-Grundsätze.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A81CA-B440-4A14-A30D-57876BDC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39703-1A44-4EB6-95BD-CA253FE2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70312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BBAF5C-13A9-4115-8B21-93921A2C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3C905563-7FEC-4CCB-BB5B-A50AF0A9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F9D71866-C863-4A82-A98A-F63C740D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ANWENDUNGSFALL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E5F59-E01F-463A-9464-B5E66C75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Kara AI Operations macht KI-Nutzen im Alltag greifbar.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E63D8-1281-47F7-B04D-DF87CC10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Das Cockpit zeigt nicht nur Produkte, sondern die operative Arbeit eines kleinen Unternehmens.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9F1A7-FECB-4691-ADFF-F2BAB5C9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4CDCA-04CB-4A43-A9F7-DE8F2FA7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3714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ECDDF-9723-4688-8E75-C354B873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695E9-BFD2-4F1C-8144-3A06CABE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Aufgaben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518C6-6599-453D-9773-F6636E05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Supportfall</a:t>
            </a:r>
          </a:p>
          <a:p xmlns:a="http://schemas.openxmlformats.org/drawingml/2006/main">
            <a:pPr algn="l">
              <a:defRPr sz="1125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Rechnung prüfen</a:t>
            </a:r>
          </a:p>
          <a:p xmlns:a="http://schemas.openxmlformats.org/drawingml/2006/main">
            <a:pPr algn="l">
              <a:defRPr sz="1125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Bestellung absichern</a:t>
            </a:r>
          </a:p>
          <a:p xmlns:a="http://schemas.openxmlformats.org/drawingml/2006/main">
            <a:pPr algn="l">
              <a:defRPr sz="1125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Tagesumsatz zusammenfassen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8B2C8-AEE1-4A64-A6C8-3943F47E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5C8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5C81"/>
                </a:solidFill>
                <a:latin typeface="Aptos"/>
                <a:ea typeface="Aptos"/>
                <a:cs typeface="Aptos"/>
              </a:rPr>
              <a:t>Unternehmenslage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97F40-4476-4EB3-9C5F-7A05F723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146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KPIs, Risiken, Quellen und offene Fälle werden für die Präsentation sichtbar.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53649-EE0F-4B7F-B98C-D5077BE9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KI-Assistent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9B49A-0346-4FCE-B67D-699B4593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Claude/Codex wird simuliert: Vorschlag, Risiko, Quelle und Freigabestatus.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27132-7A11-4D61-89D4-5106DA5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673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Freigabeprinzip: KI bereitet vor. Menschen entscheiden.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B0E42-1CC6-4CDC-A1A8-E8FE95D4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258A6-52C9-42BA-A593-83C98F01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88298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DB1D5F-9F0C-4249-9D26-A21A5891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41EC62F9-D69D-4713-8D75-CE4494E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7EA35A57-FC12-4F18-A08A-E2ECE4B4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TECHNISCHE UMSETZUNG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8E4D2-53F6-4B91-B666-F25F2652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Der MVP bleibt lokal, stabil und präsentationssicher.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25BF3-8E8E-4B3C-AB36-F48065D1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Keine API-Keys, keine echten Kundendaten, keine externen KI-Requests im Vorführmodus.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71148-8CD3-4F72-9593-F7F49044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BA45A-8A26-4EC7-ADCA-6F28FDBF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7EDBC-FA6F-45A2-B156-544A5C57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Website-Prototyp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CF0EB-89B0-44FB-AB5A-D21DD421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HTML, CSS und JavaScript bilden das KI-Cockpit und den Shop.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3BDF4-1099-4B16-B9B5-8DC917C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EFA68-C895-4DE7-8CB1-C24E29F3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C820B-79E7-4773-9BCB-B314EE54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Lokale Daten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3E225-FDCA-4D66-9020-C656AD80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localStorage enthält Demo-Aufgaben, Bestellungen und Rechnungsentwürfe.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7F31E-A248-40F4-AD11-A615889E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E3F20-1D27-4293-96BC-1F0A9048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5FAB6-B83D-452E-B43B-3268BE74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KI-Simulation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2AF02-1116-4139-B80C-7DD5B4E5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6722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Antworten werden regelbasiert erzeugt, damit die Demo offline funktioniert.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CD474-2945-467A-8C0F-4C11B577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2952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4D32E-41D0-4ED9-B554-59C4B11E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90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Spätere Ausbaustufe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1DB79-91B6-4673-B1EB-53C61154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Supabase speichert echte Daten.</a:t>
            </a:r>
          </a:p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Make automatisiert bezahlte Bestellungen.</a:t>
            </a:r>
          </a:p>
          <a:p xmlns:a="http://schemas.openxmlformats.org/drawingml/2006/main">
            <a:pPr algn="l">
              <a:defRPr sz="10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Ein KI-Dienst erzeugt Vorschläge mit Protokollierung.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72E28-5718-4412-A0B3-8530117E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300060-A2B6-43BA-8A41-7C53EED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8812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018EC-7E35-4B28-907C-D7EA9B24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34539E2E-E720-4D31-B5D5-0677C142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0A3D0D7-DBA0-4FE1-8F53-F1E44666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HOW-TO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CCF05-82D6-455A-A535-8F2E676B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Der Leitfaden übersetzt das Projekt in konkrete Umsetzungsschritte.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5AB9B-5D83-4E90-9E44-542BFC99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Er ist bewusst niedrigschwellig gehalten, damit kleine Unternehmen nicht mit Technologie starten, sondern mit einem passenden Prozess.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F3CC5-BC1F-4270-BC2E-3211733E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390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49A2F-5668-4CCA-9E1C-4FD029B2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FF199-8EA2-48C1-AEF0-A09DA6B1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Prozess wählen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794DB-E8D0-4987-829B-9CFFC401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häufig, aufwendig, messbar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FA0AB-C502-4C0A-9417-98EA407F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90800"/>
            <a:ext cx="1390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F3B87-9397-40E5-89B3-A5F5EB7C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003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F2316-3431-43C6-9445-9C5D45C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766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Daten prüfen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8F825-29AF-42AC-A4EE-BDDAB96A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147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Quellen, Qualität, Datenschutz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5D996-56BC-4CDF-B11F-E64026B3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90800"/>
            <a:ext cx="1390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C0896-BCBC-45C6-A9CB-6352FFB1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CC3B1-1AA3-406B-8044-C7C54323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766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Pilot bauen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3DBC5-BBF5-4A07-959B-3A274DD6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kleiner Scope, klare Rollen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00F80-C6CC-43B7-89C8-82934397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90800"/>
            <a:ext cx="1390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0E84A-9A2D-4DE8-94EF-1C4B88D3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003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DCA03-2184-45E3-8D3A-DCEC7776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766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Freigabe regeln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49F7D-498B-42A9-BB73-83B691BA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147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Mensch entscheidet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BB14A-17BC-4FC4-9E4D-D13D92EA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90800"/>
            <a:ext cx="1390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C7EA5-EC34-4896-9C08-4614B998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7FBF8-C0F3-4761-A467-85FB02A8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Nutzen messen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6A4C2-284D-470C-8E00-23D2E1EC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147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Zeit, Qualität, Akzeptanz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543C3-FE09-4564-9DEF-2B66062E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387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Das Ergebnis ist kein fertiges KI-Produkt, sondern ein belastbarer Einstiegspfad.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A6E69-7439-4B45-A326-3EB1CD60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8BB7C-2BA4-4A8B-990B-D3FA427B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85978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1ACD42-D668-42D5-A4E3-DD9956FC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995744F-9674-42B4-A901-4BB5A2B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115438D8-A218-4B88-8C34-42CFBD0D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ERGEBNISSE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97720-6A06-488D-B8AB-1099501A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Die Abgabe besteht aus Demo, Dokumentation und Kommunikationsmaterial.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E66F4-DEC3-4F66-89CA-4DD9D71B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Damit erfüllt das Projekt Hochschule, Praxisbezug und öffentliche Vorstellung am Techday/WI-Tag.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1C238-6DEC-4212-8D06-332A4926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F92EC-84E4-49C3-87AB-AB4AC0F4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Website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EEB02-5DF9-46D3-A19A-5B1208EC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interaktives Kara KI-Cockpit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A57BD-DCFF-4D0F-B5B5-C999F22B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erstellt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B4CE0-225E-45A5-887A-9AA4265B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696BF-EE09-47DE-BA8E-662EF9EC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020D4-F27B-486D-85F1-64F1D0E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ca. 20 Seiten Dokumentation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4304F-E528-406F-A25F-ED038D8F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erstellt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2D012-10AB-4016-813D-16FF8114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28039-4539-4B6C-ABF1-73815DB8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PowerPoint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E4C0D-1578-4DCD-BBBC-8E536106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20-Minuten-Präsentation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653A3-3EB7-42EC-8144-77380C39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9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erstellt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09BE4-0202-4A44-A82E-6F3647A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2792C-F234-42C4-80CC-C6D300E1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LinkedIn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3F437-81BC-4859-BB1D-3AEC9329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Post mit Projektstory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B39C4-7394-453A-A7DF-861C48D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19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erstellt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48F9F-EC89-42A5-8273-F92777D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F3590-B24F-4315-A250-0A5A577B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Techday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F97BD-5EB0-4760-BBB4-D97A9BB5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One-Pager und Demo-Ablauf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42490-9245-4DB3-83B1-BDAF0C12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29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erstellt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E53BAA-0354-424A-92EE-F9AE187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1143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6C1A52-2CB4-4C68-8172-27421BD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Kernbotschaft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5694AD-E632-4906-B8A8-537B917E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76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31F"/>
                </a:solidFill>
                <a:latin typeface="Aptos"/>
                <a:ea typeface="Aptos"/>
                <a:cs typeface="Aptos"/>
              </a:rPr>
              <a:t>KI gelingt im KMU, wenn Nutzen, Kontrolle und Datenschutz zusammen gedacht werden.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74D8A0-1EE9-4069-ACDE-1BEB461F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IDP Sommersemester 2025 | Kara AI Operations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C65F7F-8FA4-46D2-AF24-EBD32902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31468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8AC7B-D5FC-40A4-B9F7-FBA26736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C8905314-BB24-4CFB-AA83-3B45BFD1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6145740B-0A4F-41BB-857F-7236B9BA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DEMO-ABSCHLUSS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0A991-5596-4742-88D0-843B6438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31F"/>
                </a:solidFill>
                <a:latin typeface="Aptos Display"/>
                <a:ea typeface="Aptos Display"/>
                <a:cs typeface="Aptos Display"/>
              </a:rPr>
              <a:t>Die Präsentation endet mit einem klaren, prüfbaren Szenario.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52803-F636-4146-9A51-C2963B26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Wir zeigen einen Support- oder Rechnungsfall, lassen die KI einen Vorschlag erzeugen und geben ihn kontrolliert frei.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E2E7C-79FA-4AC2-9352-3E475974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B7618-F065-4D53-903A-A3D9219C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1. Fall auswählen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F572C-AE67-4B3B-B584-10D0ED86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5C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5C81"/>
                </a:solidFill>
                <a:latin typeface="Aptos"/>
                <a:ea typeface="Aptos"/>
                <a:cs typeface="Aptos"/>
              </a:rPr>
              <a:t>2. KI-Vorschlag lesen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8D9E6-58BE-43AD-98A4-A0B871BE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8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0842F"/>
                </a:solidFill>
                <a:latin typeface="Aptos"/>
                <a:ea typeface="Aptos"/>
                <a:cs typeface="Aptos"/>
              </a:rPr>
              <a:t>3. Risiko prüfen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86CEB-ADFE-442F-B540-D67BD36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8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84A"/>
                </a:solidFill>
                <a:latin typeface="Aptos"/>
                <a:ea typeface="Aptos"/>
                <a:cs typeface="Aptos"/>
              </a:rPr>
              <a:t>4. Freigeben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7DA95-BC37-4974-B547-C3C4C59C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57600"/>
            <a:ext cx="704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2A5C1-75B9-4DB3-9B9B-25D6DFB1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48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B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57"/>
                </a:solidFill>
                <a:latin typeface="Aptos"/>
                <a:ea typeface="Aptos"/>
                <a:cs typeface="Aptos"/>
              </a:rPr>
              <a:t>Schlusssatz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BB604-76BD-42EF-AC99-B289B518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14800"/>
            <a:ext cx="621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31F"/>
                </a:solidFill>
                <a:latin typeface="Aptos"/>
                <a:ea typeface="Aptos"/>
                <a:cs typeface="Aptos"/>
              </a:rPr>
              <a:t>Für kleine Unternehmen ist KI dann realistisch, wenn sie als Assistenzsystem startet: konkret, kontrollierbar und direkt an einem echten Arbeitsprozess.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EFF6D-BF3B-4E37-A9F4-8AD64BDF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Quellen: EU AI Act, DSGVO-Grundsätze, Projektdokumentation und Kara-Prototyp.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782A0-4E5D-49D8-AC89-BF13D32C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Quellen: Europäische Kommission, DSGVO-Informationsseiten der EU, Kara-Projektdokumentation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608C6-5157-4D0C-A1BE-11138355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6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7572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2026-06-01T15:24:43.8690000Z</dcterms:created>
  <dcterms:modified xsi:type="dcterms:W3CDTF">2026-06-01T15:24:43.8690000Z</dcterms:modified>
</coreProperties>
</file>